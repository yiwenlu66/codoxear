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0"/>
            <a:ext cx="2971800" cy="5143500"/>
          </a:xfrm>
          <a:prstGeom prst="rect">
            <a:avLst/>
          </a:prstGeom>
          <a:solidFill>
            <a:srgbClr val="0F3D5E">
              <a:alpha val="96000"/>
            </a:srgbClr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59552" y="685800"/>
            <a:ext cx="2697480" cy="3749040"/>
          </a:xfrm>
          <a:prstGeom prst="rect">
            <a:avLst/>
          </a:prstGeom>
          <a:solidFill>
            <a:srgbClr val="0E7490">
              <a:alpha val="8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343400"/>
            <a:ext cx="7818120" cy="0"/>
          </a:xfrm>
          <a:prstGeom prst="line">
            <a:avLst/>
          </a:prstGeom>
          <a:noFill/>
          <a:ln w="15240">
            <a:solidFill>
              <a:srgbClr val="94A3B8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8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115568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一次面向演进的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架构重构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21792" y="2743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 static 单体前端到 Vite + Preact + TypeScript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并借此把移动端与 Pi 交互体验真正做顺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" y="382219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123A56"/>
          </a:solidFill>
          <a:ln w="12700">
            <a:solidFill>
              <a:srgbClr val="123A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877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F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架构重构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382219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3877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1FA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体验优化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75888" y="3822192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38770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E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工程演进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44805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Codoxear / 内部技术分享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#16 / CODOXEAR WEB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为什么这次必须重构，而不是继续打补丁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旧前端已经从“功能载体”变成了“迭代阻力”。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840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90472"/>
            <a:ext cx="109728" cy="22768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旧形态：codoxear/static 单体前端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3375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 + app.css + index.html 混合承担 DOM 渲染、状态修改、轮询、API 调用、移动端处理与 backend 细节。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结果不是不能用，而是每加一个能力，都要在同一团逻辑里穿线。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1444752"/>
            <a:ext cx="3794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状态边界隐式：谁拥有会话状态、消息状态、UI 状态并不清楚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功能耦合严重：移动端、轮询、消息、工作区逻辑互相牵连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评审与测试困难：一个文件太大，很难在工作记忆里完整 hold 住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新需求上来后，改动成本不是线性增长，而是放大增长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3749040"/>
            <a:ext cx="3794760" cy="73152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016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91363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真正触发重构的不是“想换技术栈”，而是 Pi 交互、workspace、移动端体验已经在逼近旧结构上限。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502920" y="4718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 分享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21040" y="469087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#16 / CODOXEAR WEB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怎么重构：先重画边界，再替换实现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核心动作不是 JSX 重写，而是把职责拆开。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581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00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AppShell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192024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页面骨架、对话区、侧栏、overlay 编排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41732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581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6002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Stores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/ messages / session-ui / composer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28032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65192" y="1581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16002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Client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48072" y="19202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统一 fetch、类型和契约适配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581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60020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Server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192024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继续托管 /api 与生产静态资源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87168" y="1892808"/>
            <a:ext cx="182880" cy="0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99432" y="1892808"/>
            <a:ext cx="182880" cy="0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01968" y="1892808"/>
            <a:ext cx="182880" cy="0"/>
          </a:xfrm>
          <a:prstGeom prst="line">
            <a:avLst/>
          </a:prstGeom>
          <a:noFill/>
          <a:ln w="1524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6928" y="27432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" y="2907792"/>
            <a:ext cx="109728" cy="1133856"/>
          </a:xfrm>
          <a:prstGeom prst="rect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29260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工程化升级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6968" y="3246120"/>
            <a:ext cx="2020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前端迁移到 web/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Vite 构建、TS 类型、可测试的组件与 store 结构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291840" y="27432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2907792"/>
            <a:ext cx="109728" cy="1133856"/>
          </a:xfrm>
          <a:prstGeom prst="rect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29260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状态边界清晰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11880" y="3246120"/>
            <a:ext cx="2020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把会话、消息、工作区、composer 分域管理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避免 UI 与副作用交叉污染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016752" y="2743200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53912" y="2907792"/>
            <a:ext cx="109728" cy="1133856"/>
          </a:xfrm>
          <a:prstGeom prst="rect">
            <a:avLst/>
          </a:prstGeom>
          <a:solidFill>
            <a:srgbClr val="0F3D5E"/>
          </a:solidFill>
          <a:ln w="12700">
            <a:solidFill>
              <a:srgbClr val="0F3D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292608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为后续演进留接口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36792" y="3246120"/>
            <a:ext cx="2020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轮询优化、Pi live state、未来 SSE / WebSocket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都不再需要重写语义层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502920" y="4718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 分享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1040" y="469087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#16 / CODOXEAR WEB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重构不是为换栈，而是为了把体验做顺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新架构真正释放出来的是可落地的用户体验改进。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81912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移动端会话流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从桌面式杂糅控制，优化到 conversation-first：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打开会话、发消息、读回复更顺手。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581912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6002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 AskUser / Todo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3592" y="192024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不再只是底层 tool plumbing，Web 里可以直接承接 Pi 的 ask_user 与会话状态。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581912"/>
            <a:ext cx="109728" cy="9966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6002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Workspace 能力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4224" y="1920240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补齐分层文件浏览、workspace 视图与会话侧能力，形成更完整的辅助工作流。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035808"/>
            <a:ext cx="8138160" cy="1051560"/>
          </a:xfrm>
          <a:prstGeom prst="roundRect">
            <a:avLst>
              <a:gd name="adj" fmla="val 6957"/>
            </a:avLst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236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一个很关键的例子：cwd group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3566160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后端负责持久化和恢复，前端负责分组渲染、重命名、折叠与异常兼容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这类体验需求以前很难干净落地；新边界下则可以按职责自然拆分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02920" y="4718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 分享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469087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74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#16 / CODOXEAR WEB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这次优化最值钱的，不是页面更现代，而是后续更便宜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用户收益和工程收益同时发生。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173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49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" y="2157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changed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不是一个“修几个点”的 PR，而是一次架构层级的收束。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53512" y="1581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6392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对用户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36392" y="1920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移动端路径更短、Pi 交互更直观、workspace 更完整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2560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53512" y="2724912"/>
            <a:ext cx="109728" cy="6309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36392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对研发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36392" y="3063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状态边界更清楚，代码 review、测试和定位回归更容易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79008" y="1417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16168" y="1581912"/>
            <a:ext cx="109728" cy="6309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600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对后续演进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9048" y="1920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继续补 Pi live state、轮询优化、更多交互能力时，不必再拆旧墙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79008" y="25603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16168" y="2724912"/>
            <a:ext cx="109728" cy="6309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7432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对团队协作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9048" y="306324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功能开发从“在一个大文件里穿线”变成“在明确边界里扩展”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096512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一句话：这次优化把“迭代阻力”转成了“演进能力”。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718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 分享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21040" y="469087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58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复盘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11556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这次 PR 真正完成的，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不是“前端重写”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21762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而是重新定义了 Codoxear Web 的演进方式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30368" y="841248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325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67528" y="1005840"/>
            <a:ext cx="109728" cy="5120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0408" y="10241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先定义边界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50408" y="1344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AppShell、store、API、server 各自负责什么先讲清楚。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30368" y="1856232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325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67528" y="2020824"/>
            <a:ext cx="109728" cy="5120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20391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再做体验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50408" y="2359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移动端、AskUser、workspace 这些体验，才能顺着边界自然落地。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30368" y="2871216"/>
            <a:ext cx="3154680" cy="841248"/>
          </a:xfrm>
          <a:prstGeom prst="roundRect">
            <a:avLst>
              <a:gd name="adj" fmla="val 8696"/>
            </a:avLst>
          </a:prstGeom>
          <a:solidFill>
            <a:srgbClr val="13253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67528" y="3035808"/>
            <a:ext cx="109728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0408" y="305409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把一次优化变成长期收益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550408" y="33741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后续继续演进时，不再为旧结构反复支付额外成本。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谢谢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544568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PR#16 / refactor(web): Vite + Preact 重构前端架构，并接入 Pi AskUser / 工作区能力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Codoxear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PR#16: 一次面向演进的 Web 架构重构</dc:title>
  <dc:subject>PR#16 technical sharing</dc:subject>
  <dc:creator>Codex</dc:creator>
  <cp:lastModifiedBy>Codex</cp:lastModifiedBy>
  <cp:revision>1</cp:revision>
  <dcterms:created xsi:type="dcterms:W3CDTF">2026-04-15T17:05:11Z</dcterms:created>
  <dcterms:modified xsi:type="dcterms:W3CDTF">2026-04-15T17:05:11Z</dcterms:modified>
</cp:coreProperties>
</file>